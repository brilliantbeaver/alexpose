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2cfe7b6c77483d" /><Relationship Type="http://schemas.openxmlformats.org/officeDocument/2006/relationships/extended-properties" Target="/docProps/app.xml" Id="R2f82c7ac0d3e4f61" /><Relationship Type="http://schemas.openxmlformats.org/officeDocument/2006/relationships/officeDocument" Target="/ppt/presentation.xml" Id="Ra4f6fd26a65941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a0ae41a1a64183"/>
  </p:sldMasterIdLst>
  <p:notesMasterIdLst>
    <p:notesMasterId xmlns:r="http://schemas.openxmlformats.org/officeDocument/2006/relationships" r:id="Ra150c0ce6cc947c3"/>
  </p:notesMasterIdLst>
  <p:sldIdLst>
    <p:sldId xmlns:r="http://schemas.openxmlformats.org/officeDocument/2006/relationships" id="256" r:id="R8f0c783f14f940f7"/>
    <p:sldId xmlns:r="http://schemas.openxmlformats.org/officeDocument/2006/relationships" id="257" r:id="R0e33835fa2bf4084"/>
    <p:sldId xmlns:r="http://schemas.openxmlformats.org/officeDocument/2006/relationships" id="258" r:id="R5f7abfdca6be4d84"/>
    <p:sldId xmlns:r="http://schemas.openxmlformats.org/officeDocument/2006/relationships" id="259" r:id="Rbb09f17d6bc043c2"/>
    <p:sldId xmlns:r="http://schemas.openxmlformats.org/officeDocument/2006/relationships" id="260" r:id="Rd105f485014e4254"/>
    <p:sldId xmlns:r="http://schemas.openxmlformats.org/officeDocument/2006/relationships" id="261" r:id="Ra14072a49615429d"/>
    <p:sldId xmlns:r="http://schemas.openxmlformats.org/officeDocument/2006/relationships" id="262" r:id="R43bc06c0d6284af9"/>
    <p:sldId xmlns:r="http://schemas.openxmlformats.org/officeDocument/2006/relationships" id="263" r:id="R3ac31ad2db7e45df"/>
    <p:sldId xmlns:r="http://schemas.openxmlformats.org/officeDocument/2006/relationships" id="264" r:id="Rf4ed52c56c38445d"/>
    <p:sldId xmlns:r="http://schemas.openxmlformats.org/officeDocument/2006/relationships" id="265" r:id="R4347f714e5964aa8"/>
    <p:sldId xmlns:r="http://schemas.openxmlformats.org/officeDocument/2006/relationships" id="266" r:id="R48de1c3084284fc4"/>
    <p:sldId xmlns:r="http://schemas.openxmlformats.org/officeDocument/2006/relationships" id="267" r:id="R061c072cef5b423d"/>
    <p:sldId xmlns:r="http://schemas.openxmlformats.org/officeDocument/2006/relationships" id="268" r:id="R89a18ed7cbdf4a78"/>
    <p:sldId xmlns:r="http://schemas.openxmlformats.org/officeDocument/2006/relationships" id="269" r:id="R21e534f808ab4e41"/>
    <p:sldId xmlns:r="http://schemas.openxmlformats.org/officeDocument/2006/relationships" id="270" r:id="Rde5735006daa46a8"/>
    <p:sldId xmlns:r="http://schemas.openxmlformats.org/officeDocument/2006/relationships" id="271" r:id="R72c03e96ca4041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cc65a9757f477f" /><Relationship Type="http://schemas.openxmlformats.org/officeDocument/2006/relationships/slideMaster" Target="/ppt/slideMasters/slideMaster1.xml" Id="Ra4a0ae41a1a64183" /><Relationship Type="http://schemas.openxmlformats.org/officeDocument/2006/relationships/notesMaster" Target="/ppt/notesMasters/notesMaster1.xml" Id="Ra150c0ce6cc947c3" /><Relationship Type="http://schemas.openxmlformats.org/officeDocument/2006/relationships/presProps" Target="/ppt/presProps.xml" Id="Rd252aff47df94cab" /><Relationship Type="http://schemas.openxmlformats.org/officeDocument/2006/relationships/tableStyles" Target="/ppt/tableStyles.xml" Id="R02a451d7d2c047f9" /><Relationship Type="http://schemas.openxmlformats.org/officeDocument/2006/relationships/slide" Target="/ppt/slides/slide1.xml" Id="R8f0c783f14f940f7" /><Relationship Type="http://schemas.openxmlformats.org/officeDocument/2006/relationships/slide" Target="/ppt/slides/slide2.xml" Id="R0e33835fa2bf4084" /><Relationship Type="http://schemas.openxmlformats.org/officeDocument/2006/relationships/slide" Target="/ppt/slides/slide3.xml" Id="R5f7abfdca6be4d84" /><Relationship Type="http://schemas.openxmlformats.org/officeDocument/2006/relationships/slide" Target="/ppt/slides/slide4.xml" Id="Rbb09f17d6bc043c2" /><Relationship Type="http://schemas.openxmlformats.org/officeDocument/2006/relationships/slide" Target="/ppt/slides/slide5.xml" Id="Rd105f485014e4254" /><Relationship Type="http://schemas.openxmlformats.org/officeDocument/2006/relationships/slide" Target="/ppt/slides/slide6.xml" Id="Ra14072a49615429d" /><Relationship Type="http://schemas.openxmlformats.org/officeDocument/2006/relationships/slide" Target="/ppt/slides/slide7.xml" Id="R43bc06c0d6284af9" /><Relationship Type="http://schemas.openxmlformats.org/officeDocument/2006/relationships/slide" Target="/ppt/slides/slide8.xml" Id="R3ac31ad2db7e45df" /><Relationship Type="http://schemas.openxmlformats.org/officeDocument/2006/relationships/slide" Target="/ppt/slides/slide9.xml" Id="Rf4ed52c56c38445d" /><Relationship Type="http://schemas.openxmlformats.org/officeDocument/2006/relationships/slide" Target="/ppt/slides/slide10.xml" Id="R4347f714e5964aa8" /><Relationship Type="http://schemas.openxmlformats.org/officeDocument/2006/relationships/slide" Target="/ppt/slides/slide11.xml" Id="R48de1c3084284fc4" /><Relationship Type="http://schemas.openxmlformats.org/officeDocument/2006/relationships/slide" Target="/ppt/slides/slide12.xml" Id="R061c072cef5b423d" /><Relationship Type="http://schemas.openxmlformats.org/officeDocument/2006/relationships/slide" Target="/ppt/slides/slide13.xml" Id="R89a18ed7cbdf4a78" /><Relationship Type="http://schemas.openxmlformats.org/officeDocument/2006/relationships/slide" Target="/ppt/slides/slide14.xml" Id="R21e534f808ab4e41" /><Relationship Type="http://schemas.openxmlformats.org/officeDocument/2006/relationships/slide" Target="/ppt/slides/slide15.xml" Id="Rde5735006daa46a8" /><Relationship Type="http://schemas.openxmlformats.org/officeDocument/2006/relationships/slide" Target="/ppt/slides/slide16.xml" Id="R72c03e96ca4041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ff13702b5f4f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4f72997a254180" /><Relationship Type="http://schemas.openxmlformats.org/officeDocument/2006/relationships/notesMaster" Target="/ppt/notesMasters/notesMaster1.xml" Id="R6f323e74b62e4f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0a39f11cdf41df" /><Relationship Type="http://schemas.openxmlformats.org/officeDocument/2006/relationships/notesMaster" Target="/ppt/notesMasters/notesMaster1.xml" Id="R7dfb83505f1f40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300375c34b4637" /><Relationship Type="http://schemas.openxmlformats.org/officeDocument/2006/relationships/notesMaster" Target="/ppt/notesMasters/notesMaster1.xml" Id="R92b7bc70cb084f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d0f10ff6d24846" /><Relationship Type="http://schemas.openxmlformats.org/officeDocument/2006/relationships/notesMaster" Target="/ppt/notesMasters/notesMaster1.xml" Id="R2f49f125a5e848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b336ab509f44a0" /><Relationship Type="http://schemas.openxmlformats.org/officeDocument/2006/relationships/notesMaster" Target="/ppt/notesMasters/notesMaster1.xml" Id="R8236e0beae8244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6076939e0c42af" /><Relationship Type="http://schemas.openxmlformats.org/officeDocument/2006/relationships/notesMaster" Target="/ppt/notesMasters/notesMaster1.xml" Id="R75d9e9d59bdf4a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367b7ac8ef4ccd" /><Relationship Type="http://schemas.openxmlformats.org/officeDocument/2006/relationships/notesMaster" Target="/ppt/notesMasters/notesMaster1.xml" Id="R8387a6d84b8a4c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c556f5128b4482" /><Relationship Type="http://schemas.openxmlformats.org/officeDocument/2006/relationships/notesMaster" Target="/ppt/notesMasters/notesMaster1.xml" Id="R8552811a8e4e4c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ffb252cdb04718" /><Relationship Type="http://schemas.openxmlformats.org/officeDocument/2006/relationships/notesMaster" Target="/ppt/notesMasters/notesMaster1.xml" Id="R1125fee984ac45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91bb3629e74031" /><Relationship Type="http://schemas.openxmlformats.org/officeDocument/2006/relationships/notesMaster" Target="/ppt/notesMasters/notesMaster1.xml" Id="R958a0f1be4ad4f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0be48a87a64b1a" /><Relationship Type="http://schemas.openxmlformats.org/officeDocument/2006/relationships/notesMaster" Target="/ppt/notesMasters/notesMaster1.xml" Id="R96db5aa324ab45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3b4ea2d1494e41" /><Relationship Type="http://schemas.openxmlformats.org/officeDocument/2006/relationships/notesMaster" Target="/ppt/notesMasters/notesMaster1.xml" Id="R7f7c2844913c4f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971dc502404419" /><Relationship Type="http://schemas.openxmlformats.org/officeDocument/2006/relationships/notesMaster" Target="/ppt/notesMasters/notesMaster1.xml" Id="R308154da04124e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409ec25e79459a" /><Relationship Type="http://schemas.openxmlformats.org/officeDocument/2006/relationships/notesMaster" Target="/ppt/notesMasters/notesMaster1.xml" Id="Rd1830ca8ee3745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d226de23e14bee" /><Relationship Type="http://schemas.openxmlformats.org/officeDocument/2006/relationships/notesMaster" Target="/ppt/notesMasters/notesMaster1.xml" Id="R57132768c0b647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08d46becd04385" /><Relationship Type="http://schemas.openxmlformats.org/officeDocument/2006/relationships/notesMaster" Target="/ppt/notesMasters/notesMaster1.xml" Id="R18d53695354f4c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/Users/theodoremui/dev/alexpose/experiments/sjepa/gavd6/notes/research/programs/gait_parity/README.md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/Users/theodoremui/dev/alexpose/experiments/sjepa/gavd6/notes/research/programs/gait_parity/images/long-term/collapse-trap.svg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/Users/theodoremui/dev/alexpose/experiments/sjepa/gavd6/notes/research/programs/gait_parity/README.md</a:t>
            </a:r>
          </a:p>
          <a:p xmlns:a="http://schemas.openxmlformats.org/drawingml/2006/main">
            <a:r>
              <a:t>- /Users/theodoremui/dev/alexpose/experiments/sjepa/gavd6/notes/research/programs/gait_parity/images/gait-parity-core.svg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/Users/theodoremui/dev/alexpose/experiments/sjepa/gavd6/notes/research/programs/gait_parity/README.md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/Users/theodoremui/dev/alexpose/experiments/sjepa/gavd6/notes/research/programs/gait_parity/README.md</a:t>
            </a:r>
          </a:p>
          <a:p xmlns:a="http://schemas.openxmlformats.org/drawingml/2006/main">
            <a:r>
              <a:t>- /Users/theodoremui/dev/alexpose/experiments/sjepa/gavd6/notes/research/programs/gait_parity/images/encoder-and-readout.svg</a:t>
            </a:r>
          </a:p>
          <a:p xmlns:a="http://schemas.openxmlformats.org/drawingml/2006/main">
            <a:r>
              <a:t>- https://doi.org/10.1161/01.STR.0000204063.75779.8d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/Users/theodoremui/dev/alexpose/experiments/sjepa/gavd6/notes/research/programs/gait_parity/README.md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/Users/theodoremui/dev/alexpose/experiments/sjepa/gavd6/notes/research/programs/gait_parity/images/long-term/output-vs-encoder.svg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/Users/theodoremui/dev/alexpose/experiments/sjepa/gavd6/notes/research/programs/gait_parity/tutorials/06-stage-1-broad-amass-pretraining.md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/Users/theodoremui/dev/alexpose/experiments/sjepa/gavd6/notes/research/programs/gait_parity/METHODOLOGY_SHORT_TERM.md</a:t>
            </a:r>
          </a:p>
          <a:p xmlns:a="http://schemas.openxmlformats.org/drawingml/2006/main">
            <a:r>
              <a:t>- /Users/theodoremui/dev/alexpose/experiments/sjepa/gavd6/notes/research/programs/gait_parity/images/participant-safe-split.svg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/Users/theodoremui/dev/alexpose/experiments/sjepa/gavd6/notes/research/programs/gait_parity/METHODOLOGY_SHORT_TERM.md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evidence boundary: successful optimization is not a clinical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/Users/theodoremui/dev/alexpose/experiments/sjepa/gavd6/notebooks/foundations/04_pretrain_sjepa_on_normal.ipynb</a:t>
            </a:r>
          </a:p>
          <a:p xmlns:a="http://schemas.openxmlformats.org/drawingml/2006/main">
            <a:r>
              <a:t>- /Users/theodoremui/dev/alexpose/experiments/sjepa/gavd6/notebooks/foundations/06_capstone_health_condition_classifiers.ipynb</a:t>
            </a:r>
          </a:p>
          <a:p xmlns:a="http://schemas.openxmlformats.org/drawingml/2006/main">
            <a:r>
              <a:t>- /Users/theodoremui/dev/alexpose/experiments/sjepa/gavd6/notes/research/programs/gait_parity/tutorials/01-foundations-notebooks-00-06.md</a:t>
            </a:r>
          </a:p>
          <a:p xmlns:a="http://schemas.openxmlformats.org/drawingml/2006/main">
            <a:r>
              <a:t>- /Users/theodoremui/dev/alexpose/experiments/sjepa/gavd6/notes/research/programs/gait_parity/tutorials/04-notebook-graph-guide.md</a:t>
            </a:r>
          </a:p>
          <a:p xmlns:a="http://schemas.openxmlformats.org/drawingml/2006/main">
            <a:r>
              <a:t>- /Users/theodoremui/dev/alexpose/experiments/sjepa/gavd6/notes/research/programs/gait_parity/tutorials/images/notebook-04-curriculum-diagnostics.png</a:t>
            </a:r>
          </a:p>
          <a:p xmlns:a="http://schemas.openxmlformats.org/drawingml/2006/main">
            <a:r>
              <a:t>- /Users/theodoremui/dev/alexpose/experiments/sjepa/gavd6/notes/research/programs/gait_parity/tutorials/images/notebook-06-all-sequence-confusion.png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null as a result: it prevents a weak signed signal from being reframed as discovery.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/Users/theodoremui/dev/alexpose/experiments/sjepa/gavd6/notebooks/experiments/idea05_signed_laterality/01_probe.ipynb</a:t>
            </a:r>
          </a:p>
          <a:p xmlns:a="http://schemas.openxmlformats.org/drawingml/2006/main">
            <a:r>
              <a:t>- /Users/theodoremui/dev/alexpose/experiments/sjepa/gavd6/notes/research/programs/gait_parity/tutorials/02-current-direction-and-results.md</a:t>
            </a:r>
          </a:p>
          <a:p xmlns:a="http://schemas.openxmlformats.org/drawingml/2006/main">
            <a:r>
              <a:t>- /Users/theodoremui/dev/alexpose/experiments/sjepa/gavd6/notes/research/programs/gait_parity/tutorials/04-notebook-graph-guide.md</a:t>
            </a:r>
          </a:p>
          <a:p xmlns:a="http://schemas.openxmlformats.org/drawingml/2006/main">
            <a:r>
              <a:t>- /Users/theodoremui/dev/alexpose/experiments/sjepa/gavd6/notes/research/programs/gait_parity/tutorials/images/notebook-05a-signed-laterality-probe.png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unrestricted control is essential: it demonstrates that the test can fail when the geometry is actually broken.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/Users/theodoremui/dev/alexpose/experiments/sjepa/gavd6/notebooks/experiments/idea09_reflection_equivariance/05_gavd_audit.ipynb</a:t>
            </a:r>
          </a:p>
          <a:p xmlns:a="http://schemas.openxmlformats.org/drawingml/2006/main">
            <a:r>
              <a:t>- /Users/theodoremui/dev/alexpose/experiments/sjepa/gavd6/notebooks/experiments/idea09_reflection_equivariance/06_cpu_replication.ipynb</a:t>
            </a:r>
          </a:p>
          <a:p xmlns:a="http://schemas.openxmlformats.org/drawingml/2006/main">
            <a:r>
              <a:t>- /Users/theodoremui/dev/alexpose/experiments/sjepa/gavd6/work/artifacts/gait_parity/real/gavd96-cpu-strong-v1/exposure/checkpoint_audit.json</a:t>
            </a:r>
          </a:p>
          <a:p xmlns:a="http://schemas.openxmlformats.org/drawingml/2006/main">
            <a:r>
              <a:t>- /Users/theodoremui/dev/alexpose/experiments/sjepa/gavd6/work/artifacts/gait_parity/real/gavd96-cpu-strong-v1/exposure/checkpoint_geometry.csv</a:t>
            </a:r>
          </a:p>
          <a:p xmlns:a="http://schemas.openxmlformats.org/drawingml/2006/main">
            <a:r>
              <a:t>- /Users/theodoremui/dev/alexpose/experiments/sjepa/gavd6/notes/research/programs/gait_parity/tutorials/02-current-direction-and-results.md</a:t>
            </a:r>
          </a:p>
          <a:p xmlns:a="http://schemas.openxmlformats.org/drawingml/2006/main">
            <a:r>
              <a:t>- /Users/theodoremui/dev/alexpose/experiments/sjepa/gavd6/notes/research/programs/gait_parity/tutorials/04-notebook-graph-guide.md</a:t>
            </a:r>
          </a:p>
          <a:p xmlns:a="http://schemas.openxmlformats.org/drawingml/2006/main">
            <a:r>
              <a:t>- /Users/theodoremui/dev/alexpose/experiments/sjepa/gavd6/notes/research/programs/gait_parity/tutorials/images/notebook-09f-full-gavd-audit.png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/Users/theodoremui/dev/alexpose/experiments/sjepa/gavd6/notes/research/programs/gait_parity/tutorials/02-current-direction-and-results.md</a:t>
            </a:r>
          </a:p>
          <a:p xmlns:a="http://schemas.openxmlformats.org/drawingml/2006/main">
            <a:r>
              <a:t>- /Users/theodoremui/dev/alexpose/experiments/sjepa/gavd6/notes/research/programs/gait_parity/tutorials/04-notebook-graph-guide.md</a:t>
            </a:r>
          </a:p>
          <a:p xmlns:a="http://schemas.openxmlformats.org/drawingml/2006/main">
            <a:r>
              <a:t>- /Users/theodoremui/dev/alexpose/experiments/sjepa/gavd6/notes/research/programs/gait_parity/README.md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/Users/theodoremui/dev/alexpose/experiments/sjepa/gavd6/notes/research/programs/gait_parity/tutorials/03-planned-research-direction.md</a:t>
            </a:r>
          </a:p>
          <a:p xmlns:a="http://schemas.openxmlformats.org/drawingml/2006/main">
            <a:r>
              <a:t>- /Users/theodoremui/dev/alexpose/experiments/sjepa/gavd6/notes/research/programs/gait_parity/tutorials/05-two-stage-amass-training-overview.md</a:t>
            </a:r>
          </a:p>
          <a:p xmlns:a="http://schemas.openxmlformats.org/drawingml/2006/main">
            <a:r>
              <a:t>- /Users/theodoremui/dev/alexpose/experiments/sjepa/gavd6/notes/research/programs/gait_parity/tutorials/06-stage-1-broad-amass-pretraining.md</a:t>
            </a:r>
          </a:p>
          <a:p xmlns:a="http://schemas.openxmlformats.org/drawingml/2006/main">
            <a:r>
              <a:t>- /Users/theodoremui/dev/alexpose/experiments/sjepa/gavd6/notes/research/programs/gait_parity/tutorials/07-stage-2-walking-focused-continuation.md</a:t>
            </a:r>
          </a:p>
          <a:p xmlns:a="http://schemas.openxmlformats.org/drawingml/2006/main">
            <a:r>
              <a:t>- /Users/theodoremui/dev/alexpose/experiments/sjepa/gavd6/notes/research/programs/gait_parity/images/research-ladder.svg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/Users/theodoremui/dev/alexpose/experiments/sjepa/gavd6/notes/research/programs/gait_parity/tutorials/03-planned-research-direction.md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af57cd8a546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0e34f31cb84024" /><Relationship Type="http://schemas.openxmlformats.org/officeDocument/2006/relationships/slideLayout" Target="/ppt/slideLayouts/slideLayout1.xml" Id="R582fe02533f648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2fe02533f648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41c09cd7c4982" /><Relationship Type="http://schemas.openxmlformats.org/officeDocument/2006/relationships/notesSlide" Target="/ppt/notesSlides/notesSlide1.xml" Id="R0f669d00fa0f4f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f4f8fb688436f" /><Relationship Type="http://schemas.openxmlformats.org/officeDocument/2006/relationships/image" Target="/ppt/media/image.png" Id="R8b807efcca284c17" /><Relationship Type="http://schemas.openxmlformats.org/officeDocument/2006/relationships/notesSlide" Target="/ppt/notesSlides/notesSlide2.xml" Id="R94da5249dd0e45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2b0bb2c864306" /><Relationship Type="http://schemas.openxmlformats.org/officeDocument/2006/relationships/image" Target="/ppt/media/image2.png" Id="Rb657c219bbfd4141" /><Relationship Type="http://schemas.openxmlformats.org/officeDocument/2006/relationships/notesSlide" Target="/ppt/notesSlides/notesSlide3.xml" Id="R4eb968913ba441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91a3f996a4574" /><Relationship Type="http://schemas.openxmlformats.org/officeDocument/2006/relationships/notesSlide" Target="/ppt/notesSlides/notesSlide4.xml" Id="R02453c04698049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c08f38a554e75" /><Relationship Type="http://schemas.openxmlformats.org/officeDocument/2006/relationships/image" Target="/ppt/media/image3.png" Id="R5e6faf86138540f4" /><Relationship Type="http://schemas.openxmlformats.org/officeDocument/2006/relationships/notesSlide" Target="/ppt/notesSlides/notesSlide5.xml" Id="R3607ef51344c41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c84e9c16b4105" /><Relationship Type="http://schemas.openxmlformats.org/officeDocument/2006/relationships/image" Target="/ppt/media/image4.png" Id="R5cc395fd24484525" /><Relationship Type="http://schemas.openxmlformats.org/officeDocument/2006/relationships/notesSlide" Target="/ppt/notesSlides/notesSlide6.xml" Id="R9ff5842eae874a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9ee2b7f274130" /><Relationship Type="http://schemas.openxmlformats.org/officeDocument/2006/relationships/notesSlide" Target="/ppt/notesSlides/notesSlide7.xml" Id="R3f0dea90d62143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2f53f463d4a5c" /><Relationship Type="http://schemas.openxmlformats.org/officeDocument/2006/relationships/notesSlide" Target="/ppt/notesSlides/notesSlide8.xml" Id="R4b6af7278feb45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0a4eacda640ec" /><Relationship Type="http://schemas.openxmlformats.org/officeDocument/2006/relationships/image" Target="/ppt/media/image5.png" Id="Re018c7c712e04f89" /><Relationship Type="http://schemas.openxmlformats.org/officeDocument/2006/relationships/notesSlide" Target="/ppt/notesSlides/notesSlide9.xml" Id="R2b78417cbf5448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97e9335854171" /><Relationship Type="http://schemas.openxmlformats.org/officeDocument/2006/relationships/notesSlide" Target="/ppt/notesSlides/notesSlide10.xml" Id="R9bcfa236c11d45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9c864b2954263" /><Relationship Type="http://schemas.openxmlformats.org/officeDocument/2006/relationships/image" Target="/ppt/media/image6.png" Id="R477c5035a2814d39" /><Relationship Type="http://schemas.openxmlformats.org/officeDocument/2006/relationships/image" Target="/ppt/media/image7.png" Id="R8490a1328a524802" /><Relationship Type="http://schemas.openxmlformats.org/officeDocument/2006/relationships/notesSlide" Target="/ppt/notesSlides/notesSlide11.xml" Id="Rfaffe18cf81f49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0172a88a84030" /><Relationship Type="http://schemas.openxmlformats.org/officeDocument/2006/relationships/image" Target="/ppt/media/image8.png" Id="R430f494d388c470d" /><Relationship Type="http://schemas.openxmlformats.org/officeDocument/2006/relationships/notesSlide" Target="/ppt/notesSlides/notesSlide12.xml" Id="R693a2bd05e074e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101e911114b8e" /><Relationship Type="http://schemas.openxmlformats.org/officeDocument/2006/relationships/image" Target="/ppt/media/image9.png" Id="R224d966bb5514b1b" /><Relationship Type="http://schemas.openxmlformats.org/officeDocument/2006/relationships/notesSlide" Target="/ppt/notesSlides/notesSlide13.xml" Id="R0815dab355194d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1478f2eb3482d" /><Relationship Type="http://schemas.openxmlformats.org/officeDocument/2006/relationships/notesSlide" Target="/ppt/notesSlides/notesSlide14.xml" Id="Rbca7bb132ad944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b9fa1ec494d64" /><Relationship Type="http://schemas.openxmlformats.org/officeDocument/2006/relationships/image" Target="/ppt/media/image10.png" Id="Ra11b9622f9784b16" /><Relationship Type="http://schemas.openxmlformats.org/officeDocument/2006/relationships/notesSlide" Target="/ppt/notesSlides/notesSlide15.xml" Id="R6fd732d004dd4d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aa347bdb74a8f" /><Relationship Type="http://schemas.openxmlformats.org/officeDocument/2006/relationships/notesSlide" Target="/ppt/notesSlides/notesSlide16.xml" Id="R332161b328734d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034FC-2B10-46C3-BFBD-E9D27743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BED5F-F172-4DC0-BFF4-5E9FE989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5342C-E6CA-44F9-A90B-81B3CBD5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Learning the mirror rule</a:t>
            </a:r>
          </a:p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for gait asymmetry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E6AB6-2722-4D21-B3FF-E66BDA67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From transductive geometry audits to participant-held-out force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4537A-6739-40B9-99BA-5D18C066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79941-D64F-4F6B-9560-E760DC25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Research overview • motivation, methodology, current evidence, and next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88177-A314-429F-8FD2-E7BF13FA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96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218321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FD46F-C264-47C8-B552-2849CFDF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95825-6A06-42EC-AECB-15EA572A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Gait asymmetry needs both meaning and geometry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F43CF-FF88-49A9-A55E-EDCAFF02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FF520-C638-4273-8162-EA8FCFB3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9CC93-9AE2-4236-B0C4-FD0C39AA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CE2F3-3DD3-4D9F-A954-8C163602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 signed right-minus-left quantity can reveal side-specific movement—but a model can satisfy the sign rule while carrying no useful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E6016-F3A5-4A84-B105-EE31E380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3C80A-72C3-4A8A-9A0D-5A1FF6AB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Clinical targets must come from an independent instrument, not from the same coordinates the model receives.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14F55-67B8-4E46-AB73-DF71E30B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432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7A329-B24B-481D-AF9F-469F00DE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 mirror test checks geometry; held-out force prediction checks whether the representation is useful.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02DA6-D8BC-4A6C-B67B-D0E5FF68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523AE-2266-4E3A-BE62-48FE1C58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Passing one test cannot substitute for passing the other.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07efcca284c17"/>
          <a:stretch xmlns:a="http://schemas.openxmlformats.org/drawingml/2006/main"/>
        </p:blipFill>
        <p:spPr>
          <a:xfrm xmlns:a="http://schemas.openxmlformats.org/drawingml/2006/main">
            <a:off x="6000750" y="2002155"/>
            <a:ext cx="5524500" cy="342519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1877A-E6B9-4DE2-AE4B-C21F849D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00750"/>
            <a:ext cx="2190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B2640-1FB1-4C6D-8B9C-77C9A367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57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Necessary ≠ sufficient</a:t>
            </a:r>
          </a:p>
        </p:txBody>
      </p:sp>
    </p:spTree>
    <p:extLst>
      <p:ext uri="{BB962C8B-B14F-4D97-AF65-F5344CB8AC3E}">
        <p14:creationId xmlns:p14="http://schemas.microsoft.com/office/powerpoint/2010/main" val="817078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C2C15-C8D5-4D10-AE96-E8DA94BE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060F6-9409-421E-AB27-EC14F4F4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 mirror must flip side; a camera must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0C4A6-CAA6-473B-A2C8-401D0685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1F6E7-7DA1-4B7D-B3AD-64696E55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1E2E2-7024-4DFB-B9F9-68F2C103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7c219bbfd4141"/>
          <a:stretch xmlns:a="http://schemas.openxmlformats.org/drawingml/2006/main"/>
        </p:blipFill>
        <p:spPr>
          <a:xfrm xmlns:a="http://schemas.openxmlformats.org/drawingml/2006/main">
            <a:off x="560099" y="1476375"/>
            <a:ext cx="6566477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3A0C2-52B2-45C2-B7F8-DFC1A9A4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40005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BA257-35DC-41E1-ACD3-38E5D89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Anatomical reflection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EE8E1-8670-495A-9897-607289F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66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s(Mx) = −s(x)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72B34-FB14-405F-853B-E8B8FC81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Negate the side axis, swap left/right joints, and swap visibility or confidence masks.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D1E02-6C93-4621-9118-A7109D10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40005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CF79B-1FF9-42D7-AEB9-90AA08B2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67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Viewpoint change 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14CC3-FA3A-4F42-9B5D-F32D0C1B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243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s(Vx) ≈ s(x)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1CF93-A5A1-4315-814F-A1B2DA5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149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The person's anatomy is unchanged; only projection, visibility, and pose-estimation error differ.</a:t>
            </a:r>
          </a:p>
        </p:txBody>
      </p:sp>
    </p:spTree>
    <p:extLst>
      <p:ext uri="{BB962C8B-B14F-4D97-AF65-F5344CB8AC3E}">
        <p14:creationId xmlns:p14="http://schemas.microsoft.com/office/powerpoint/2010/main" val="2079901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753088-A635-43C3-8911-20192090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7C26E-CD59-4C48-94E1-FF4E037F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The research question decomposes into four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14E75-45CF-4E7E-95C7-06B65EAE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9DF89-FE07-4D34-A941-025ACC3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DF188-9E33-4D3C-A4D7-EB65867B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21D15-9D99-4569-AA8A-C99F855F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52387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18777-D319-4474-A210-49363B3B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4ED0F-6843-4F7C-AE4C-7E4EFFD2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0225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3B5A1-5CDD-41E3-9D25-BC596E75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481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527F2-B179-4A01-832F-ECB02699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4819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Can a simple readout recover a signed target from held-out people?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CD344-0A0E-453F-A55D-25452627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56578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E0383-2E5D-4515-9537-3783A5F5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62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E0B1C-F36C-44AF-BD3E-CCCF2A6E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022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Geometry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467BE-3213-4074-8283-2C86A6BB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7172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F2877-90C3-45E1-9C08-7C263A51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62225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Does the prediction flip under reflection and stay stable across real views?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A34A3-687F-4383-A86D-491EC9D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52387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6BE9D-ED7C-4CC0-A73F-BEE5F8A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B877E-9DB2-48F3-8512-138A7587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90975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Efficiency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31142-9EFF-4BD5-9E15-09362EF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481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6ED01-CF4C-415B-BCC7-A99CB8D3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4819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Does the rule help most when only 4, 8, or 16 people are labelled?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16CFC-13F7-4BA9-BDBF-7D45B26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62375"/>
            <a:ext cx="56578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60D4E-A251-44F6-AE29-784E2F74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52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E54EC-196F-433B-97BA-EEC7F57C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909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Physical meaning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7EE36C-4EB0-4EC5-BA4B-00EFF2FB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6247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61CAC-665E-4C92-AC16-6E9A878F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52975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Does skeleton motion agree with an independent force-plate target?</a:t>
            </a:r>
          </a:p>
        </p:txBody>
      </p:sp>
    </p:spTree>
    <p:extLst>
      <p:ext uri="{BB962C8B-B14F-4D97-AF65-F5344CB8AC3E}">
        <p14:creationId xmlns:p14="http://schemas.microsoft.com/office/powerpoint/2010/main" val="1634697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4D7F8-D20A-449D-9A76-E39142DB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8F857-DF3D-4F4E-9B67-76395B49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The method links motion, parity, and force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84267-00C9-4682-9000-5B7F2C91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0BDC8-F23F-49A7-B94B-9C6FF9B8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C5E22-46A1-454B-B5A0-8473CB1C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faf86138540f4"/>
          <a:stretch xmlns:a="http://schemas.openxmlformats.org/drawingml/2006/main"/>
        </p:blipFill>
        <p:spPr>
          <a:xfrm xmlns:a="http://schemas.openxmlformats.org/drawingml/2006/main">
            <a:off x="646860" y="1428750"/>
            <a:ext cx="6583456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ACB01-6BE8-49D8-B92E-8CCFF82E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Training and evaluation play different 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EA509-F3CA-4D5B-A1EB-8C937B51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7DFE1-1F46-47C2-81E9-7C5721BE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28875"/>
            <a:ext cx="3609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Self-supervised JEPA pretraining hides motion and predicts the teacher representation—not raw coordinates.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CC7DE-408B-4C7D-A60A-046F85D9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82544-4773-4ACA-859B-A1291C05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3609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The encoder is frozen before the clinical readout is fitted.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A9153-B4C6-40F7-A5EB-600B9B0A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433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D76D1-49AB-4FEE-837D-0690455E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43325"/>
            <a:ext cx="3609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Only the small readout sees the scarce force labels.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50D04-6A5B-4E11-B907-42468471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26316-1BAD-473A-BFDC-5E8D7EB9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609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The primary target is signed right-minus-left propulsion, normalized within participant.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ABD25-1843-4068-80C6-7A253CC7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DA03F-F3B6-40EA-9B94-E0B2F0D7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674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Independent target</a:t>
            </a:r>
          </a:p>
        </p:txBody>
      </p:sp>
    </p:spTree>
    <p:extLst>
      <p:ext uri="{BB962C8B-B14F-4D97-AF65-F5344CB8AC3E}">
        <p14:creationId xmlns:p14="http://schemas.microsoft.com/office/powerpoint/2010/main" val="837853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8A0A9-0F54-479F-8A78-5ECD2120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834A1-1C6E-4D8F-8DEC-F1C68DB6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Output repair is the baseline the encoder must beat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B4E11-88C5-4994-9627-62355D79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2CC71-D98E-4972-AC6B-9CB05E15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0DA18-BD03-4906-8EE1-37FE8E74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395fd24484525"/>
          <a:stretch xmlns:a="http://schemas.openxmlformats.org/drawingml/2006/main"/>
        </p:blipFill>
        <p:spPr>
          <a:xfrm xmlns:a="http://schemas.openxmlformats.org/drawingml/2006/main">
            <a:off x="533400" y="1575435"/>
            <a:ext cx="6762750" cy="419290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F9748-7F6A-4DCE-98EA-AD1B62E1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71625"/>
            <a:ext cx="3762375" cy="1771650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D22C9-BB23-48B7-878F-12BAA2B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Cheap, exact output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240B5-D4FF-4DFA-8C6A-7B19376A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286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odd_output(x) =</a:t>
            </a:r>
          </a:p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[r(x) − r(Mx)] /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7D1E1-6AAE-4E57-A18E-B5FC2673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19500"/>
            <a:ext cx="3762375" cy="1771650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92B12-564F-4FFA-AE6B-A33650D7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Harder encoder-wide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EB5A3-4A34-40FC-AE10-7DF7D5A4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00550"/>
            <a:ext cx="3286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Carry original and mirrored states together; every claimed layer must commute with the swap.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2D93C-D390-4993-9B2A-EF937865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715000"/>
            <a:ext cx="376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rPr>
              <a:t>If encoder parity cannot beat the four-symbol output fix, the extra complexity is not justified.</a:t>
            </a:r>
          </a:p>
        </p:txBody>
      </p:sp>
    </p:spTree>
    <p:extLst>
      <p:ext uri="{BB962C8B-B14F-4D97-AF65-F5344CB8AC3E}">
        <p14:creationId xmlns:p14="http://schemas.microsoft.com/office/powerpoint/2010/main" val="957652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9CCAB-4EDA-4F73-9E2B-63032B21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552E6-B99F-4DA3-96E3-19F1BDC4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Each model isolates one source of advantage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8507D-4549-45D4-A26C-E39C07F4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B338F-58C2-4F60-9541-F93B74D5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7B7FF-1F8C-4F1F-9140-09633B4A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BB4B5-7320-4607-B98A-984B2A47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Matched data, masks, widths, optimizers, update counts, and paired random seeds keep the comparison about structure—not extra compute.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3714750"/>
                <a:gridCol w="4552950"/>
              </a:tblGrid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sees or guarantees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it answers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standard_one_view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walk 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does the ordinary approach achieve?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two_view_free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E(x) and E(Mx), no parity guarantee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Does a second look explain the gain?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odd_output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sign flip at the output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 final-output parity sufficient?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paired_unconstrained_encoder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Two fused branches, untied geometry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Does paired fusion alone help?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equivariant_encoder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Swap-consistent state at every layer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Does internal parity add value?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raw_kinematics / nuisance_only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Coordinates / metadata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Did learning beat direct measurement and shortcuts?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2C0D4-9E60-4BF3-B07D-EF430BF1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81700"/>
            <a:ext cx="6667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C19F7-AF91-44BB-A2C4-DE700569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388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Primary comparisons: equivariant vs odd_output and paired_unconstrained</a:t>
            </a:r>
          </a:p>
        </p:txBody>
      </p:sp>
    </p:spTree>
    <p:extLst>
      <p:ext uri="{BB962C8B-B14F-4D97-AF65-F5344CB8AC3E}">
        <p14:creationId xmlns:p14="http://schemas.microsoft.com/office/powerpoint/2010/main" val="17540602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8082B-EC34-4E9F-A931-D9AFACF2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278CA-B151-4029-8069-E8F1C473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Data roles are separated to prevent overclaiming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2BC6D-0A70-4AE2-A7AC-729B48A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6A90C-A278-4CFB-86BE-AB036D45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9E812-E44E-4F70-B592-4C6CB15A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524000"/>
          <a:ext xmlns:a="http://schemas.openxmlformats.org/drawingml/2006/main" cx="111252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4000500"/>
                <a:gridCol w="5029200"/>
              </a:tblGrid>
              <a:tr h="6429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Hard claim boundary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GAVD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and historical-representation audit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Transductive; no participant IDs; coordinate-derived 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AMASS + BABEL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Broad motion, then walking-focused pretraining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clinical claim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 stroke cohort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participant-held-out force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Force coverage must pass the quality gate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MoVi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Calibrated multi-view geometry test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clinical claim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Parkinson's cohort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Locked replication / optional transfer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Replication and transfer reported separately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82F63-D511-409B-9B8A-F1EF5557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Repository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0A6F2-A740-47B3-9AE3-F130C064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The core-11 AMASS converter exists; the production window loader, matched trainer, and Stage 1 acceptance audit still need implementation before full pretraining can begin.</a:t>
            </a:r>
          </a:p>
        </p:txBody>
      </p:sp>
    </p:spTree>
    <p:extLst>
      <p:ext uri="{BB962C8B-B14F-4D97-AF65-F5344CB8AC3E}">
        <p14:creationId xmlns:p14="http://schemas.microsoft.com/office/powerpoint/2010/main" val="4715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40544-DB3C-4288-A1A9-5C438AC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696E5-47F1-472B-BFA2-3D89DC09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One person gets one vote in every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BC7EC-9D34-4E29-AE3C-4A1B4B24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AE783-DB4A-45B6-A4D9-342A8743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3E144-CC7A-4DDF-B8F9-BCE13A3C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76DB2-0595-46F6-AD99-B676FB3F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Walking cycles from the same participant are related measurements—not independent people.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ED2C-4A07-4307-A47B-02F1CF2C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26F8B-7433-4BA4-90BD-28CEE747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465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All cycles, reflected copies, and repeated visits stay in the same outer fold.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E209A-8E71-407D-9CCB-68F8BFF8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DB6F0-86AE-46D8-B01D-7E035275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465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Hyperparameters and label budgets are chosen inside the training participants only.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DD19F-E579-4D24-A2BC-8DAF1D33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14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E2D43-3C6F-4ED3-8EDB-A900E022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65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Metrics aggregate at participant level; no participant contributes extra weight by having more cycles.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B950F-A0E3-4265-81AF-2AD5ED36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20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7A9B9-6D87-42E5-8050-BA03BCB9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465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Source-video grouping is the best available fallback for GAVD—but it is not participant-held-out evidence.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8c7c712e04f89"/>
          <a:stretch xmlns:a="http://schemas.openxmlformats.org/drawingml/2006/main"/>
        </p:blipFill>
        <p:spPr>
          <a:xfrm xmlns:a="http://schemas.openxmlformats.org/drawingml/2006/main">
            <a:off x="5905500" y="1716881"/>
            <a:ext cx="5572125" cy="390048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8145D-E84D-4085-866E-1A95B08E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953125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C813E-E0A9-495E-9A5B-D93EC2C5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010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People, not cycles</a:t>
            </a:r>
          </a:p>
        </p:txBody>
      </p:sp>
    </p:spTree>
    <p:extLst>
      <p:ext uri="{BB962C8B-B14F-4D97-AF65-F5344CB8AC3E}">
        <p14:creationId xmlns:p14="http://schemas.microsoft.com/office/powerpoint/2010/main" val="550956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D7F856-6966-41BB-9AA7-CDD8A5BC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F7C86-A68E-451D-B37B-64D1368B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The evaluation separates prediction from geometry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7BD14-F397-41C5-9434-997554EF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6D7BB-D53F-423E-8A0E-E11C428C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1AE79-5FBD-4417-8B51-E145E624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5686A-DEA1-458A-B166-E93A6AFF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86375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2C6C2-D4BF-4091-9A36-97261172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68131-29DE-4DD5-844A-0A7D6A2B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772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EB46B-1FB7-4306-82FC-B1EB1B0C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752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45FE5-015B-43CE-863F-16C056C9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Primary participant-level MAE; report R², CCC, sign accuracy, calibration, and uncertainty separately.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2FD39-77DC-4246-99AC-6C1DCE96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24000"/>
            <a:ext cx="5610225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E7C1F-EDD8-4E1F-9508-B8F7B56C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24000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BF5A8-22E4-473B-81FF-81D47516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Parity geometry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89345-F299-4CFE-BB2C-3EF00F39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5076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DECBD-AEAC-4F09-8B76-5A2F2F5D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05075"/>
            <a:ext cx="5076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Layerwise swap residuals and output oddness error; exactness is tested, never assumed.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FD1A3-FA21-4B83-8ED3-B45171A3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286375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1C43D-4A5C-4283-A400-DA3AC104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B7C831-9412-45F5-9319-AD80DAD1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772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Representation health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C74F66-6A1A-4549-9D34-E032D143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4752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59721-FABE-4DEE-AE50-DB0F7929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Odd-channel variance, energy, effective rank, cosine similarity, and shuffle controls guard against collapse.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81DB3-551E-41E8-9260-001DAFE0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5610225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64B97-52AF-46AB-B6E7-87D48501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8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7CE3F-4CD4-4B33-88E6-9E2E89EF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4335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Robustness &amp; efficiency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360A7-B058-49D2-A744-A788E4A1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5076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74336-9F2F-417F-AA5C-166D2B60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95825"/>
            <a:ext cx="5076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Nested label budgets plus fixed noise, dropout, occlusion, temporal gaps, phase shifts, and identity corruption.</a:t>
            </a:r>
          </a:p>
        </p:txBody>
      </p:sp>
    </p:spTree>
    <p:extLst>
      <p:ext uri="{BB962C8B-B14F-4D97-AF65-F5344CB8AC3E}">
        <p14:creationId xmlns:p14="http://schemas.microsoft.com/office/powerpoint/2010/main" val="15865863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E8B1E-AF18-4135-BD08-E72ECF8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74486-C130-47B0-AFDC-EE3C06F5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Training worked; label results stay confounded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4DC01-837F-4D59-8F2C-89E6054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87E0F-2E63-40C0-A286-E03E3E3F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2AD1A-D955-496D-8375-3830301B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c5035a2814d39"/>
          <a:stretch xmlns:a="http://schemas.openxmlformats.org/drawingml/2006/main"/>
        </p:blipFill>
        <p:spPr>
          <a:xfrm xmlns:a="http://schemas.openxmlformats.org/drawingml/2006/main">
            <a:off x="476250" y="1466970"/>
            <a:ext cx="7096125" cy="411456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0a1328a524802"/>
          <a:stretch xmlns:a="http://schemas.openxmlformats.org/drawingml/2006/main"/>
        </p:blipFill>
        <p:spPr>
          <a:xfrm xmlns:a="http://schemas.openxmlformats.org/drawingml/2006/main">
            <a:off x="7973555" y="1524000"/>
            <a:ext cx="329339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E232B-DB60-4CCE-8D8C-9F699B57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72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What the graphs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91833-7E98-4BBF-886F-76CEBC29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006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47E4F-77CC-4235-97CB-BDA7162D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000625"/>
            <a:ext cx="3228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Loss falls and feature variation persists: the training procedure is nontrivial.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F2476-E182-4813-A1B4-ED4A18A2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5435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3472C-7C50-4A7F-A577-C183E2E5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543550"/>
            <a:ext cx="3228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Folder-label separation is uneven and may exploit camera, source, missingness, or preparation shortcuts.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B03AF-3749-4E8B-8F0D-5603CB7A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709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Exact saved notebook outputs • not diagnostic or unseen-participant evidence</a:t>
            </a:r>
          </a:p>
        </p:txBody>
      </p:sp>
    </p:spTree>
    <p:extLst>
      <p:ext uri="{BB962C8B-B14F-4D97-AF65-F5344CB8AC3E}">
        <p14:creationId xmlns:p14="http://schemas.microsoft.com/office/powerpoint/2010/main" val="20418296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30922-076D-4E29-B302-F9D0D66E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3FCAC-1486-43C7-803C-CA1A880D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Historical S-JEPA fails the signed-laterality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386DB-CD78-4AD9-B220-A953BD1E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57DB8-1363-400A-917F-D0C77624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E8549-1C0A-42CB-91FF-1A9A1B0D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f494d388c470d"/>
          <a:stretch xmlns:a="http://schemas.openxmlformats.org/drawingml/2006/main"/>
        </p:blipFill>
        <p:spPr>
          <a:xfrm xmlns:a="http://schemas.openxmlformats.org/drawingml/2006/main">
            <a:off x="457200" y="1724025"/>
            <a:ext cx="7810500" cy="3124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8" name=""/>
          <p:cNvGraphicFramePr/>
          <p:nvPr/>
        </p:nvGraphicFramePr>
        <p:xfrm>
          <a:off xmlns:a="http://schemas.openxmlformats.org/drawingml/2006/main" x="8572500" y="1571625"/>
          <a:ext xmlns:a="http://schemas.openxmlformats.org/drawingml/2006/main" cx="3048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142875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result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Held-out-source decoding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 = −0.068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Mirror slope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−0.34 (target ≈ −1)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Verdict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Informative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Claim ceiling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Transductive audit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45048-A1D5-4A83-9CDB-5FE09FAD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3048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1120C-69A3-469F-9A3E-922DA77A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4C4E5-447C-43C8-A021-5746E5A7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9587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This checkpoint + simple readout did not recover a useful signed axis. The plot does not test force or new people.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8BEBD-2B6A-4148-89C3-CB4E1461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Exact saved output from idea05_signed_laterality/01_probe.ipynb</a:t>
            </a:r>
          </a:p>
        </p:txBody>
      </p:sp>
    </p:spTree>
    <p:extLst>
      <p:ext uri="{BB962C8B-B14F-4D97-AF65-F5344CB8AC3E}">
        <p14:creationId xmlns:p14="http://schemas.microsoft.com/office/powerpoint/2010/main" val="21454299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F742F-3200-4427-BB23-EC649B6E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7D29A-5F2A-421E-99C8-1317B546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Controlled training validates the audit, not utility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2FF92-B8EC-4AD8-BF7F-616DFA99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4E73A-26F4-4E9D-B7DB-FDD40D60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4BB89-449A-4110-8C93-03CAE34A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d966bb5514b1b"/>
          <a:stretch xmlns:a="http://schemas.openxmlformats.org/drawingml/2006/main"/>
        </p:blipFill>
        <p:spPr>
          <a:xfrm xmlns:a="http://schemas.openxmlformats.org/drawingml/2006/main">
            <a:off x="2282084" y="1333500"/>
            <a:ext cx="7618307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FEBA0-79A8-419A-BF76-FE992D04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3333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B317D-9839-4587-BEF8-DB0EBB2C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864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0.0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55BA0-7D5A-4D9F-8066-328F92C7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Equivariant residual (worst checked)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3091E-E66C-4884-862E-574EA0F7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19750"/>
            <a:ext cx="3333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758C6-ACE5-47B3-82B1-CD3BE12A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6864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rPr>
              <a:t>≈5.9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34534-D2E7-48C9-A050-2A2E779C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9436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Unconstrained residual (audit power)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E967F-3005-4B45-85BA-E443E0F3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19750"/>
            <a:ext cx="3714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9F8B8-4947-4CDF-9E1B-7077984A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86425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96 / 18 / 394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59273-AC5C-4921-AB35-65626C24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436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Sequences / videos / windows • 3 seeds</a:t>
            </a:r>
          </a:p>
        </p:txBody>
      </p:sp>
    </p:spTree>
    <p:extLst>
      <p:ext uri="{BB962C8B-B14F-4D97-AF65-F5344CB8AC3E}">
        <p14:creationId xmlns:p14="http://schemas.microsoft.com/office/powerpoint/2010/main" val="2941204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2A395-19D3-46B1-BB19-9E262DE5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3A07B-09C2-433C-9773-B002C800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Current evidence supports feasibility—and only feasibility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932D9-5C3F-4B4A-952C-D6F82E4A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083D2-EA6F-427C-9EFF-CA949321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0B74F-9595-4013-9F7F-C05B1643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112520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333750"/>
                <a:gridCol w="4362450"/>
              </a:tblGrid>
              <a:tr h="603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answer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is still required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Does the training pipeline run?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Independent downstream 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Did the historical model expose a signed axis?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No: informative null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Better representation or measurement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the equivariant design obey the mirror rule?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Yes, in controlled GAVD audit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Held-out participant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the audit detect a broken control?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Robustness across real views and corruptions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Does encoder parity improve meaningful prediction?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Unknown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Force-plate comparison vs odd_output + paired 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9D0A1-47F7-4E85-A184-95859B12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82A94-8AE5-494C-82EC-35F3A8FD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 not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F6214-4CAC-4E55-A5E1-2E8B23B1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578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force prediction • unseen-person generalization • diagnosis • clinical utility • encoder superiority</a:t>
            </a:r>
          </a:p>
        </p:txBody>
      </p:sp>
    </p:spTree>
    <p:extLst>
      <p:ext uri="{BB962C8B-B14F-4D97-AF65-F5344CB8AC3E}">
        <p14:creationId xmlns:p14="http://schemas.microsoft.com/office/powerpoint/2010/main" val="19417813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B5BDD-31F3-4A30-ABA5-FF96D880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7D2EA-BF41-495B-A565-2D27CE2B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Future work climbs through prespecified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A91EB-B5E9-44F4-BDBD-3B7EBCCD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E7CCA-A026-456D-8F24-A21BE40F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95962-FFE6-4980-8C86-E034891F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b9622f9784b16"/>
          <a:stretch xmlns:a="http://schemas.openxmlformats.org/drawingml/2006/main"/>
        </p:blipFill>
        <p:spPr>
          <a:xfrm xmlns:a="http://schemas.openxmlformats.org/drawingml/2006/main">
            <a:off x="533400" y="1723549"/>
            <a:ext cx="5381625" cy="398240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2DF9F-6174-4FF0-AA13-9DDB0F9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171BC-A584-4A71-8A26-027F7943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381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Finish AMASS infrastructure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FBF18-7CBB-45FF-A750-CD65B8B9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335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Core-11 window loader, matched trainer, checkpoint acceptance audit.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983EF-0AA9-4293-8F20-0881CEF1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17FFE-E5BF-4300-AF6A-7E872A3B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F7A4A-048C-4E5D-B8E9-ACF063DA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336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Two-stage self-supervision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73EF6-F854-45A8-87F4-DFC5D86D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860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Broad AMASS motion, then BABEL walking-focused continuation.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D8716-D8BE-429A-8FCE-32481A86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908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E088B-3626-43E5-B529-B4BB6390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1EA88-239E-465B-9680-E95D4B28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Prototype on stroke force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AEEC2-24DF-4C0D-8C87-E606DE4C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385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Compare two_view_free, odd_output, raw kinematics, and nuisance controls.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4BD00-712D-4BFA-89DE-B5689158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8EA9F-F3C9-4FAD-9E05-03C6E147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411F1-F07D-41C5-A7DB-F97659B5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86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Full encoder study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EDEE8-3049-43B0-8F43-E6AB9309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910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Require exact geometry and noncollapsed odd features before reading force results.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910AC-CA0B-412F-A2D5-8BFEF2CA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958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A49A2-4910-4EF9-9C4B-693AC84B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91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31CE3-F803-4E9D-A9AC-76179F77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91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Lock and repeat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6CBEC-536E-4502-B585-93300658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5435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Real-view robustness, corruption suite, then Parkinson's replication/transfer.</a:t>
            </a:r>
          </a:p>
        </p:txBody>
      </p:sp>
    </p:spTree>
    <p:extLst>
      <p:ext uri="{BB962C8B-B14F-4D97-AF65-F5344CB8AC3E}">
        <p14:creationId xmlns:p14="http://schemas.microsoft.com/office/powerpoint/2010/main" val="19062338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BA893-1C31-43FD-A00B-E155C5F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EC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8ECFFF"/>
                </a:solidFill>
                <a:latin typeface="Helvetica Neue"/>
                <a:ea typeface="Helvetica Neue"/>
                <a:cs typeface="Helvetica Neue"/>
              </a:rPr>
              <a:t>THE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02D2A-DADA-4132-9E47-615F2BF7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next credible result is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held-out force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92C8C-B85E-4902-8E7E-EEDDDCB0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68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25A3D-2565-44B0-8C5E-5A7D57FC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8EC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8ECFFF"/>
                </a:solidFill>
                <a:latin typeface="Helvetica Neue"/>
                <a:ea typeface="Helvetica Neue"/>
                <a:cs typeface="Helvetica Neue"/>
              </a:rPr>
              <a:t>Exact mirror geometry is necessary.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93721-71FB-4725-93C1-B16DE5F4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Independent participant-level measurement decides whether it is useful.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6F96A-88DC-461C-956C-9847BC2A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28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E87CD-4221-4F66-A97C-390B747E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0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the full encoder only if it beats both the exact odd-output repair and the matched paired-unconstrained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20250-3EC0-4131-864D-336C3A2B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C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CA7B7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</p:spTree>
    <p:extLst>
      <p:ext uri="{BB962C8B-B14F-4D97-AF65-F5344CB8AC3E}">
        <p14:creationId xmlns:p14="http://schemas.microsoft.com/office/powerpoint/2010/main" val="2083159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2026-08-24T03:47:18.3660000Z</dcterms:created>
  <dcterms:modified xsi:type="dcterms:W3CDTF">2026-08-24T03:47:18.3660000Z</dcterms:modified>
</coreProperties>
</file>